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Banking Analytics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Tell me about your project.</a:t>
            </a:r>
          </a:p>
          <a:p>
            <a:pPr marL="0" indent="0">
              <a:buNone/>
            </a:pPr>
            <a:r>
              <a:rPr lang="en-US" sz="2400" b="1" dirty="0"/>
              <a:t>Answer: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“My project is a </a:t>
            </a:r>
            <a:r>
              <a:rPr lang="en-US" sz="2400" b="1" dirty="0"/>
              <a:t>Banking Analytics System</a:t>
            </a:r>
            <a:r>
              <a:rPr lang="en-US" sz="2400" dirty="0"/>
              <a:t> where I </a:t>
            </a:r>
            <a:r>
              <a:rPr lang="en-US" sz="2400" dirty="0" err="1"/>
              <a:t>analysed</a:t>
            </a:r>
            <a:r>
              <a:rPr lang="en-US" sz="2400" dirty="0"/>
              <a:t> Customers, Loans, and Transactions data using </a:t>
            </a:r>
            <a:r>
              <a:rPr lang="en-US" sz="2400" b="1" dirty="0"/>
              <a:t>Pandas</a:t>
            </a:r>
            <a:r>
              <a:rPr lang="en-US" sz="2400" dirty="0"/>
              <a:t>, stored it in </a:t>
            </a:r>
            <a:r>
              <a:rPr lang="en-US" sz="2400" b="1" dirty="0"/>
              <a:t>MySQL</a:t>
            </a:r>
            <a:r>
              <a:rPr lang="en-US" sz="2400" dirty="0"/>
              <a:t>, created reusable </a:t>
            </a:r>
            <a:r>
              <a:rPr lang="en-US" sz="2400" b="1" dirty="0"/>
              <a:t>stored procedures</a:t>
            </a:r>
            <a:r>
              <a:rPr lang="en-US" sz="2400" dirty="0"/>
              <a:t>, and built a </a:t>
            </a:r>
            <a:r>
              <a:rPr lang="en-US" sz="2400" b="1" dirty="0"/>
              <a:t>12-visualization dashboard</a:t>
            </a:r>
            <a:r>
              <a:rPr lang="en-US" sz="2400" dirty="0"/>
              <a:t> in Python using Matplotlib and Seaborn.</a:t>
            </a:r>
          </a:p>
          <a:p>
            <a:pPr marL="0" indent="0">
              <a:buNone/>
            </a:pPr>
            <a:r>
              <a:rPr lang="en-US" sz="2400" dirty="0"/>
              <a:t>The goal was to automate banking insights and make it easier to understand customer behavior, loan performance, and transaction trends.”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lang="en-US" b="1" dirty="0"/>
              <a:t> 2. What problem does your project solve?</a:t>
            </a:r>
          </a:p>
          <a:p>
            <a:pPr marL="0" indent="0">
              <a:buNone/>
            </a:pPr>
            <a:r>
              <a:rPr lang="en-US" b="1" dirty="0"/>
              <a:t>Answer: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“Banks have a lot of raw data, but most insights require manual work.</a:t>
            </a:r>
            <a:br>
              <a:rPr lang="en-US" dirty="0"/>
            </a:br>
            <a:r>
              <a:rPr lang="en-US" dirty="0"/>
              <a:t>I solved the problem of creating an </a:t>
            </a:r>
            <a:r>
              <a:rPr lang="en-US" b="1" dirty="0"/>
              <a:t>automated analysis system</a:t>
            </a:r>
            <a:r>
              <a:rPr lang="en-US" dirty="0"/>
              <a:t> that:</a:t>
            </a:r>
          </a:p>
          <a:p>
            <a:r>
              <a:rPr lang="en-US" dirty="0"/>
              <a:t>Cleans raw data</a:t>
            </a:r>
          </a:p>
          <a:p>
            <a:r>
              <a:rPr lang="en-US" dirty="0"/>
              <a:t>Stores it in a structured format</a:t>
            </a:r>
          </a:p>
          <a:p>
            <a:r>
              <a:rPr lang="en-US" dirty="0"/>
              <a:t>Runs stored procedures for consistent analysis</a:t>
            </a:r>
          </a:p>
          <a:p>
            <a:r>
              <a:rPr lang="en-US" dirty="0"/>
              <a:t>And visualizes insights clearly</a:t>
            </a:r>
          </a:p>
          <a:p>
            <a:r>
              <a:rPr lang="en-US" dirty="0"/>
              <a:t>This helps in customer segmentation, loan risk analysis, and transaction monitoring.”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pPr marL="0" indent="0">
              <a:buNone/>
            </a:pPr>
            <a:r>
              <a:rPr lang="en-US" sz="2400" b="1" dirty="0"/>
              <a:t> 3. What datasets did you use?</a:t>
            </a:r>
          </a:p>
          <a:p>
            <a:pPr marL="0" indent="0">
              <a:buNone/>
            </a:pPr>
            <a:r>
              <a:rPr lang="en-US" sz="2400" b="1" dirty="0"/>
              <a:t>Answer: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“I used three main datasets:</a:t>
            </a:r>
            <a:br>
              <a:rPr lang="en-US" sz="2400" dirty="0"/>
            </a:br>
            <a:r>
              <a:rPr lang="en-US" sz="2400" b="1" dirty="0"/>
              <a:t>Customers</a:t>
            </a:r>
            <a:r>
              <a:rPr lang="en-US" sz="2400" dirty="0"/>
              <a:t> – demographic and income data</a:t>
            </a:r>
            <a:br>
              <a:rPr lang="en-US" sz="2400" dirty="0"/>
            </a:br>
            <a:r>
              <a:rPr lang="en-US" sz="2400" b="1" dirty="0"/>
              <a:t>Loans</a:t>
            </a:r>
            <a:r>
              <a:rPr lang="en-US" sz="2400" dirty="0"/>
              <a:t> – loan type, amount, interest rate, status</a:t>
            </a:r>
            <a:br>
              <a:rPr lang="en-US" sz="2400" dirty="0"/>
            </a:br>
            <a:r>
              <a:rPr lang="en-US" sz="2400" b="1" dirty="0"/>
              <a:t>Transactions</a:t>
            </a:r>
            <a:r>
              <a:rPr lang="en-US" sz="2400" dirty="0"/>
              <a:t> – deposits, withdrawals, transfers, amounts, dates</a:t>
            </a:r>
          </a:p>
          <a:p>
            <a:pPr marL="0" indent="0">
              <a:buNone/>
            </a:pPr>
            <a:r>
              <a:rPr lang="en-US" sz="2400" dirty="0"/>
              <a:t>All are linked using </a:t>
            </a:r>
            <a:r>
              <a:rPr lang="en-US" sz="2400" b="1" dirty="0" err="1"/>
              <a:t>customer_id</a:t>
            </a:r>
            <a:r>
              <a:rPr lang="en-US" sz="2400" dirty="0"/>
              <a:t>, so relationship-based analysis becomes easy.”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(Pandas)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lang="en-US" b="1" dirty="0"/>
              <a:t>4. What data cleaning did you perform using Pandas?</a:t>
            </a:r>
          </a:p>
          <a:p>
            <a:pPr marL="0" indent="0">
              <a:buNone/>
            </a:pPr>
            <a:r>
              <a:rPr lang="en-US" b="1" dirty="0"/>
              <a:t>Answer:</a:t>
            </a:r>
            <a:endParaRPr lang="en-US" dirty="0"/>
          </a:p>
          <a:p>
            <a:r>
              <a:rPr lang="en-US" dirty="0"/>
              <a:t>“I cleaned the data using Pandas by performing:</a:t>
            </a:r>
          </a:p>
          <a:p>
            <a:r>
              <a:rPr lang="en-US" dirty="0"/>
              <a:t>Handling missing values</a:t>
            </a:r>
          </a:p>
          <a:p>
            <a:r>
              <a:rPr lang="en-US" dirty="0"/>
              <a:t>Fixing incorrect data types</a:t>
            </a:r>
          </a:p>
          <a:p>
            <a:r>
              <a:rPr lang="en-US" dirty="0"/>
              <a:t>Removing duplicates</a:t>
            </a:r>
          </a:p>
          <a:p>
            <a:r>
              <a:rPr lang="en-US" dirty="0"/>
              <a:t>Standardizing categories (loan status, account types)</a:t>
            </a:r>
          </a:p>
          <a:p>
            <a:r>
              <a:rPr lang="en-US" dirty="0"/>
              <a:t>Creating derived columns like age groups and transaction months</a:t>
            </a:r>
          </a:p>
          <a:p>
            <a:r>
              <a:rPr lang="en-US" dirty="0"/>
              <a:t>This ensured accurate insights and avoided inconsistent records.”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lang="en-US" sz="2800" b="1" dirty="0"/>
              <a:t> 5. Explain the database structure.</a:t>
            </a:r>
          </a:p>
          <a:p>
            <a:pPr marL="0" indent="0">
              <a:buNone/>
            </a:pPr>
            <a:r>
              <a:rPr lang="en-US" sz="2800" b="1" dirty="0"/>
              <a:t>Answer:</a:t>
            </a:r>
            <a:endParaRPr lang="en-US" sz="2800" dirty="0"/>
          </a:p>
          <a:p>
            <a:r>
              <a:rPr lang="en-US" sz="2800" dirty="0"/>
              <a:t>“I created a </a:t>
            </a:r>
            <a:r>
              <a:rPr lang="en-US" sz="2800" b="1" dirty="0"/>
              <a:t>Banking</a:t>
            </a:r>
            <a:r>
              <a:rPr lang="en-US" sz="2800" dirty="0"/>
              <a:t> database in MySQL with:</a:t>
            </a:r>
          </a:p>
          <a:p>
            <a:r>
              <a:rPr lang="en-US" sz="2800" dirty="0"/>
              <a:t>customers table</a:t>
            </a:r>
          </a:p>
          <a:p>
            <a:r>
              <a:rPr lang="en-US" sz="2800" dirty="0"/>
              <a:t>loans table</a:t>
            </a:r>
          </a:p>
          <a:p>
            <a:r>
              <a:rPr lang="en-US" sz="2800" dirty="0"/>
              <a:t>transactions table</a:t>
            </a:r>
          </a:p>
          <a:p>
            <a:r>
              <a:rPr lang="en-US" sz="2800" dirty="0"/>
              <a:t>Both loans and transactions reference the </a:t>
            </a:r>
            <a:r>
              <a:rPr lang="en-US" sz="2800" dirty="0" err="1"/>
              <a:t>customer_id</a:t>
            </a:r>
            <a:r>
              <a:rPr lang="en-US" sz="2800" dirty="0"/>
              <a:t> as a foreign key.</a:t>
            </a:r>
            <a:br>
              <a:rPr lang="en-US" sz="2800" dirty="0"/>
            </a:br>
            <a:r>
              <a:rPr lang="en-US" sz="2800" dirty="0"/>
              <a:t>This creates a proper relational structure to perform multi-table analysis.”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lang="en-US" b="1" dirty="0"/>
              <a:t> 6. What stored procedures did you create and why?</a:t>
            </a:r>
          </a:p>
          <a:p>
            <a:r>
              <a:rPr lang="en-US" b="1" dirty="0"/>
              <a:t>Answer:</a:t>
            </a:r>
            <a:endParaRPr lang="en-US" dirty="0"/>
          </a:p>
          <a:p>
            <a:r>
              <a:rPr lang="en-US" dirty="0"/>
              <a:t>“I created stored procedures to make my analysis reusable and optimized.</a:t>
            </a:r>
            <a:br>
              <a:rPr lang="en-US" dirty="0"/>
            </a:br>
            <a:r>
              <a:rPr lang="en-US" dirty="0"/>
              <a:t>Some examples:</a:t>
            </a:r>
          </a:p>
          <a:p>
            <a:r>
              <a:rPr lang="en-US" dirty="0" err="1"/>
              <a:t>total_customers_by_gender_account</a:t>
            </a:r>
            <a:endParaRPr lang="en-US" dirty="0"/>
          </a:p>
          <a:p>
            <a:r>
              <a:rPr lang="en-US" dirty="0" err="1"/>
              <a:t>high_income_customers</a:t>
            </a:r>
            <a:endParaRPr lang="en-US" dirty="0"/>
          </a:p>
          <a:p>
            <a:r>
              <a:rPr lang="en-US" dirty="0" err="1"/>
              <a:t>customers_by_age_group</a:t>
            </a:r>
            <a:endParaRPr lang="en-US" dirty="0"/>
          </a:p>
          <a:p>
            <a:r>
              <a:rPr lang="en-US" dirty="0" err="1"/>
              <a:t>count_loans_by_status</a:t>
            </a:r>
            <a:endParaRPr lang="en-US" dirty="0"/>
          </a:p>
          <a:p>
            <a:r>
              <a:rPr lang="en-US" dirty="0" err="1"/>
              <a:t>avg_interest_rate_by_type</a:t>
            </a:r>
            <a:endParaRPr lang="en-US" dirty="0"/>
          </a:p>
          <a:p>
            <a:r>
              <a:rPr lang="en-US" dirty="0" err="1"/>
              <a:t>monthly_transaction_trends</a:t>
            </a:r>
            <a:endParaRPr lang="en-US" dirty="0"/>
          </a:p>
          <a:p>
            <a:r>
              <a:rPr lang="en-US" dirty="0" err="1"/>
              <a:t>high_value_transactions</a:t>
            </a:r>
            <a:endParaRPr lang="en-US" dirty="0"/>
          </a:p>
          <a:p>
            <a:r>
              <a:rPr lang="en-US" dirty="0"/>
              <a:t>These help in reducing repeated SQL writing and make the analysis logic centralized.”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 marL="0" indent="0">
              <a:buNone/>
            </a:pPr>
            <a:r>
              <a:rPr lang="en-US" sz="2600" b="1" dirty="0"/>
              <a:t>7. How did you connect MySQL to Python?</a:t>
            </a:r>
          </a:p>
          <a:p>
            <a:r>
              <a:rPr lang="en-US" sz="2600" b="1" dirty="0"/>
              <a:t>Answer:</a:t>
            </a:r>
            <a:endParaRPr lang="en-US" sz="2600" dirty="0"/>
          </a:p>
          <a:p>
            <a:r>
              <a:rPr lang="en-US" sz="2600" dirty="0"/>
              <a:t>“I used </a:t>
            </a:r>
            <a:r>
              <a:rPr lang="en-US" sz="2600" dirty="0" err="1"/>
              <a:t>mysql.connector</a:t>
            </a:r>
            <a:r>
              <a:rPr lang="en-US" sz="2600" dirty="0"/>
              <a:t>.</a:t>
            </a:r>
            <a:br>
              <a:rPr lang="en-US" sz="2600" dirty="0"/>
            </a:br>
            <a:r>
              <a:rPr lang="en-US" sz="2600" dirty="0"/>
              <a:t>I wrote a helper function </a:t>
            </a:r>
            <a:r>
              <a:rPr lang="en-US" sz="2600" dirty="0" err="1"/>
              <a:t>run_proc</a:t>
            </a:r>
            <a:r>
              <a:rPr lang="en-US" sz="2600" dirty="0"/>
              <a:t>() which:</a:t>
            </a:r>
          </a:p>
          <a:p>
            <a:r>
              <a:rPr lang="en-US" sz="2600" dirty="0"/>
              <a:t>Calls a stored procedure</a:t>
            </a:r>
          </a:p>
          <a:p>
            <a:r>
              <a:rPr lang="en-US" sz="2600" dirty="0"/>
              <a:t>Fetches results</a:t>
            </a:r>
          </a:p>
          <a:p>
            <a:r>
              <a:rPr lang="en-US" sz="2600" dirty="0"/>
              <a:t>Converts them into a Pandas </a:t>
            </a:r>
            <a:r>
              <a:rPr lang="en-US" sz="2600" dirty="0" err="1"/>
              <a:t>DataFrame</a:t>
            </a:r>
            <a:endParaRPr lang="en-US" sz="2600" dirty="0"/>
          </a:p>
          <a:p>
            <a:r>
              <a:rPr lang="en-US" sz="2600" dirty="0"/>
              <a:t>This allowed me to easily visualize the results using Python.”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8. Explain your dashboard. What visualizations did you create?</a:t>
            </a:r>
          </a:p>
          <a:p>
            <a:pPr marL="0" indent="0">
              <a:buNone/>
            </a:pPr>
            <a:r>
              <a:rPr lang="en-US" b="1" dirty="0"/>
              <a:t>Answer:</a:t>
            </a:r>
            <a:endParaRPr lang="en-US" dirty="0"/>
          </a:p>
          <a:p>
            <a:r>
              <a:rPr lang="en-US" dirty="0"/>
              <a:t>“I created a </a:t>
            </a:r>
            <a:r>
              <a:rPr lang="en-US" b="1" dirty="0"/>
              <a:t>12-chart dashboard</a:t>
            </a:r>
            <a:r>
              <a:rPr lang="en-US" dirty="0"/>
              <a:t> using subplots.</a:t>
            </a:r>
            <a:br>
              <a:rPr lang="en-US" dirty="0"/>
            </a:br>
            <a:r>
              <a:rPr lang="en-US" dirty="0"/>
              <a:t>It includes:</a:t>
            </a:r>
          </a:p>
          <a:p>
            <a:r>
              <a:rPr lang="en-US" dirty="0"/>
              <a:t>Customer demographics</a:t>
            </a:r>
          </a:p>
          <a:p>
            <a:r>
              <a:rPr lang="en-US" dirty="0"/>
              <a:t>Loan type and status distribution</a:t>
            </a:r>
          </a:p>
          <a:p>
            <a:r>
              <a:rPr lang="en-US" dirty="0"/>
              <a:t>Interest rate comparisons</a:t>
            </a:r>
          </a:p>
          <a:p>
            <a:r>
              <a:rPr lang="en-US" dirty="0"/>
              <a:t>Loan performance (closed vs defaulted)</a:t>
            </a:r>
          </a:p>
          <a:p>
            <a:r>
              <a:rPr lang="en-US" dirty="0"/>
              <a:t>Monthly transaction trends</a:t>
            </a:r>
          </a:p>
          <a:p>
            <a:r>
              <a:rPr lang="en-US" dirty="0"/>
              <a:t>High-value transactions</a:t>
            </a:r>
          </a:p>
          <a:p>
            <a:r>
              <a:rPr lang="en-US" dirty="0"/>
              <a:t>Top N customers by overall activity</a:t>
            </a:r>
          </a:p>
          <a:p>
            <a:r>
              <a:rPr lang="en-US" dirty="0"/>
              <a:t>Each chart uses a different color palette and styling for clarity.”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 9. What insights did you gain from the project?</a:t>
            </a:r>
          </a:p>
          <a:p>
            <a:pPr marL="0" indent="0">
              <a:buNone/>
            </a:pPr>
            <a:r>
              <a:rPr lang="en-US" b="1" dirty="0"/>
              <a:t>Answer:</a:t>
            </a:r>
            <a:endParaRPr lang="en-US" dirty="0"/>
          </a:p>
          <a:p>
            <a:r>
              <a:rPr lang="en-US" dirty="0"/>
              <a:t>“Some important insights were:</a:t>
            </a:r>
          </a:p>
          <a:p>
            <a:r>
              <a:rPr lang="en-US" dirty="0"/>
              <a:t>The 46–60 age group had the most customers</a:t>
            </a:r>
          </a:p>
          <a:p>
            <a:r>
              <a:rPr lang="en-US" dirty="0"/>
              <a:t>Savings accounts were the most common</a:t>
            </a:r>
          </a:p>
          <a:p>
            <a:r>
              <a:rPr lang="en-US" dirty="0"/>
              <a:t>Home and business loans had the highest disbursed amount</a:t>
            </a:r>
          </a:p>
          <a:p>
            <a:r>
              <a:rPr lang="en-US" dirty="0"/>
              <a:t>Deposits were the most frequent transaction type</a:t>
            </a:r>
          </a:p>
          <a:p>
            <a:r>
              <a:rPr lang="en-US" dirty="0"/>
              <a:t>High-value transactions were concentrated in a few cities</a:t>
            </a:r>
          </a:p>
          <a:p>
            <a:r>
              <a:rPr lang="en-US" dirty="0"/>
              <a:t>A few customers were responsible for major revenue (premium customers)”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 marL="0" indent="0">
              <a:buNone/>
            </a:pPr>
            <a:r>
              <a:rPr lang="en-IN" sz="2800" b="1" dirty="0"/>
              <a:t>PROJECT OUTCOMES</a:t>
            </a:r>
          </a:p>
          <a:p>
            <a:r>
              <a:rPr lang="en-IN" sz="2800" dirty="0"/>
              <a:t>Complete end-to-end Banking Analytics system</a:t>
            </a:r>
          </a:p>
          <a:p>
            <a:r>
              <a:rPr lang="en-IN" sz="2800" dirty="0"/>
              <a:t>Clean and structured database</a:t>
            </a:r>
          </a:p>
          <a:p>
            <a:r>
              <a:rPr lang="en-IN" sz="2800" dirty="0"/>
              <a:t>Automated SQL stored procedure–based insights</a:t>
            </a:r>
          </a:p>
          <a:p>
            <a:r>
              <a:rPr lang="en-IN" sz="2800" dirty="0"/>
              <a:t>12-visualization Python dashboard</a:t>
            </a:r>
          </a:p>
          <a:p>
            <a:r>
              <a:rPr lang="en-IN" sz="2800" dirty="0"/>
              <a:t>Customer, loan, and transaction insights</a:t>
            </a:r>
          </a:p>
          <a:p>
            <a:r>
              <a:rPr lang="en-IN" sz="2800" dirty="0"/>
              <a:t>Enhanced decision-making</a:t>
            </a:r>
          </a:p>
          <a:p>
            <a:r>
              <a:rPr lang="en-IN" sz="2800" dirty="0"/>
              <a:t>Scalable analytics framework</a:t>
            </a:r>
          </a:p>
          <a:p>
            <a:r>
              <a:rPr lang="en-IN" sz="2800" dirty="0"/>
              <a:t>Strengthened technical and domain skills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75657"/>
          </a:xfrm>
        </p:spPr>
        <p:txBody>
          <a:bodyPr/>
          <a:lstStyle/>
          <a:p>
            <a:r>
              <a:rPr lang="en-IN" dirty="0"/>
              <a:t>Challenges Faced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829" y="925286"/>
            <a:ext cx="8860971" cy="56388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sz="4200" b="1" dirty="0"/>
          </a:p>
          <a:p>
            <a:r>
              <a:rPr lang="en-US" sz="4500" b="1" dirty="0"/>
              <a:t>Data Quality Issues</a:t>
            </a:r>
            <a:endParaRPr lang="en-US" sz="4500" dirty="0"/>
          </a:p>
          <a:p>
            <a:pPr lvl="1"/>
            <a:r>
              <a:rPr lang="en-US" sz="4500" dirty="0"/>
              <a:t>Missing values, incorrect formats, inconsistent categories</a:t>
            </a:r>
          </a:p>
          <a:p>
            <a:pPr lvl="1"/>
            <a:r>
              <a:rPr lang="en-US" sz="4500" dirty="0"/>
              <a:t>Required extensive cleaning using Pandas</a:t>
            </a:r>
          </a:p>
          <a:p>
            <a:r>
              <a:rPr lang="en-US" sz="4500" b="1" dirty="0"/>
              <a:t>Complex Database Relationships</a:t>
            </a:r>
            <a:endParaRPr lang="en-US" sz="4500" dirty="0"/>
          </a:p>
          <a:p>
            <a:pPr lvl="1"/>
            <a:r>
              <a:rPr lang="en-US" sz="4500" dirty="0"/>
              <a:t>Designing foreign key links between Customers, Loans &amp; Transactions</a:t>
            </a:r>
          </a:p>
          <a:p>
            <a:pPr lvl="1"/>
            <a:r>
              <a:rPr lang="en-US" sz="4500" dirty="0"/>
              <a:t>Ensuring referential integrity</a:t>
            </a:r>
          </a:p>
          <a:p>
            <a:r>
              <a:rPr lang="en-US" sz="4500" b="1" dirty="0"/>
              <a:t>Stored Procedure Optimization</a:t>
            </a:r>
            <a:endParaRPr lang="en-US" sz="4500" dirty="0"/>
          </a:p>
          <a:p>
            <a:pPr lvl="1"/>
            <a:r>
              <a:rPr lang="en-US" sz="4500" dirty="0"/>
              <a:t>Handling multiple joins, GROUP BY operations, and OUT parameters</a:t>
            </a:r>
          </a:p>
          <a:p>
            <a:pPr lvl="1"/>
            <a:r>
              <a:rPr lang="en-US" sz="4500" dirty="0"/>
              <a:t>Creating reusable and efficient SQL logic</a:t>
            </a:r>
          </a:p>
          <a:p>
            <a:r>
              <a:rPr lang="en-US" sz="4500" b="1" dirty="0"/>
              <a:t>Python–MySQL Integration</a:t>
            </a:r>
            <a:endParaRPr lang="en-US" sz="4500" dirty="0"/>
          </a:p>
          <a:p>
            <a:pPr lvl="1"/>
            <a:r>
              <a:rPr lang="en-US" sz="4500" dirty="0"/>
              <a:t>Managing stored procedures with IN/OUT parameters</a:t>
            </a:r>
          </a:p>
          <a:p>
            <a:pPr lvl="1"/>
            <a:r>
              <a:rPr lang="en-US" sz="4500" dirty="0"/>
              <a:t>Converting SQL results into clean Pandas </a:t>
            </a:r>
            <a:r>
              <a:rPr lang="en-US" sz="4500" dirty="0" err="1"/>
              <a:t>DataFrames</a:t>
            </a:r>
            <a:endParaRPr lang="en-US" sz="4500" dirty="0"/>
          </a:p>
          <a:p>
            <a:r>
              <a:rPr lang="en-US" sz="4500" b="1" dirty="0"/>
              <a:t>Dashboard Layout &amp; Visualization</a:t>
            </a:r>
            <a:endParaRPr lang="en-US" sz="4500" dirty="0"/>
          </a:p>
          <a:p>
            <a:pPr lvl="1"/>
            <a:r>
              <a:rPr lang="en-US" sz="4500" dirty="0"/>
              <a:t>Adjusting subplot sizes, legends, and color palettes</a:t>
            </a:r>
          </a:p>
          <a:p>
            <a:pPr lvl="1"/>
            <a:r>
              <a:rPr lang="en-US" sz="4500" dirty="0"/>
              <a:t>Keeping charts readable even with large datasets</a:t>
            </a:r>
          </a:p>
          <a:p>
            <a:r>
              <a:rPr lang="en-US" sz="4500" b="1" dirty="0"/>
              <a:t>Interpreting Business Insights</a:t>
            </a:r>
            <a:endParaRPr lang="en-US" sz="4500" dirty="0"/>
          </a:p>
          <a:p>
            <a:pPr lvl="1"/>
            <a:r>
              <a:rPr lang="en-US" sz="4500" dirty="0"/>
              <a:t>Finding patterns (high-value customers, loan risk, city activity)</a:t>
            </a:r>
          </a:p>
          <a:p>
            <a:pPr lvl="1"/>
            <a:r>
              <a:rPr lang="en-US" sz="4500" dirty="0"/>
              <a:t>Turning raw numbers into meaningful insights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C9C6-95DD-F072-CCFC-ED4B6DC7E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did you choose this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0F853-0B82-A91E-70B6-86F1EF0D0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3400" dirty="0"/>
              <a:t>“I chose this project because it combines all the core skills required for a Data Analyst role—data cleaning, SQL, relational database design, stored procedures, Python analysis, and data visualization.</a:t>
            </a:r>
          </a:p>
          <a:p>
            <a:r>
              <a:rPr lang="en-US" sz="3400" dirty="0"/>
              <a:t>Banking data is also rich, realistic, and multi-dimensional, which allowed me to work with real-world challenges such as handling multiple tables, linking customer behavior with transactions and loans, and deriving actionable insights.</a:t>
            </a:r>
          </a:p>
          <a:p>
            <a:r>
              <a:rPr lang="en-US" sz="3400" dirty="0"/>
              <a:t>I wanted to build an end-to-end system that transforms raw data into automated insights. This project gave me the opportunity to apply full-stack data analytics—from Pandas cleaning to SQL analysis to interactive dashboards in Python.”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747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905</Words>
  <Application>Microsoft Office PowerPoint</Application>
  <PresentationFormat>On-screen Show (4:3)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Banking Analytics Project Overview</vt:lpstr>
      <vt:lpstr>Problem Statement</vt:lpstr>
      <vt:lpstr>Dataset Description</vt:lpstr>
      <vt:lpstr>Data Cleaning (Pandas)</vt:lpstr>
      <vt:lpstr>Database Structure</vt:lpstr>
      <vt:lpstr>Stored Procedures</vt:lpstr>
      <vt:lpstr>Python Integration</vt:lpstr>
      <vt:lpstr>Dashboard Visualizations</vt:lpstr>
      <vt:lpstr>Key Insights</vt:lpstr>
      <vt:lpstr>Project Outcomes</vt:lpstr>
      <vt:lpstr>Challenges Faced</vt:lpstr>
      <vt:lpstr>Why did you choose this project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KODAVALLURI DINESH SAI</cp:lastModifiedBy>
  <cp:revision>5</cp:revision>
  <dcterms:created xsi:type="dcterms:W3CDTF">2013-01-27T09:14:16Z</dcterms:created>
  <dcterms:modified xsi:type="dcterms:W3CDTF">2025-11-18T17:02:31Z</dcterms:modified>
  <cp:category/>
</cp:coreProperties>
</file>